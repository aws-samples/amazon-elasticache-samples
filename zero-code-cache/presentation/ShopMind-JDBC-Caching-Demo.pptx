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Livestream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Code Cache: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Supercharge Your Agentic AI Apps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Query Caching with Amazon ElastiCache for Valkey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26080" y="475488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4892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ElastiCache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Valkey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475488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4892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JDBC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475488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4892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agent's hidden performance bottleneck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 Request =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377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User profile lookup — 30ms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788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Product catalog search — 173ms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Category browse — 60ms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611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Recommendation query 1 — 50ms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Recommendation query 2 — 45ms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4434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Complementary products — 35ms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5029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370ms total DB time per request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468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75120" y="2880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users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67512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queries per second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4663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75120" y="5074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costs skyrocket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Without Cache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query hits the database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23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2286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2423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(tool calls)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2423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Driver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org.postgresql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0" y="2286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2423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212080" y="25603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863840" y="25603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828800" y="43891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44805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 DB round-trips per agent request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queries repeated across users — all hitting the database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With Cache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queries served from Valkey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256032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6517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256032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26517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256032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517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JDBC Wrapper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Remote 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Plugin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ElastiCache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HIT: &lt;1ms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384048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3931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(miss only)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7432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89120" y="27432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1323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→ HIT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3108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↓ MISS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53035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5349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request: DB + async write to Valkey  |  Every subsequent request: Valkey in &lt;1ms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ElastiCache for Valkey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managed, sub-millisecond caching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Sub-millisecond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reads and writes at microsecond latency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8912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encryption, IAM authentication, VPC isolation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4672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Auto-scales with demand. No capacity planning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Availability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846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failover, replication, and backup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84048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389120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846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Valkey — community-driven successor to Redis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84048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046720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Efficient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DB load by up to 90%+ in this demo configuration (see Slide 11). Pay only for what you use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Advanced JDBC Wrapper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Open-source. Transparent. Production-ready.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open-source JDBC driver that wraps your existing PostgreSQL or MySQL driver and adds cloud-native capabilities — without changing your application code.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291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 Handling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703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reconnection on Aurora failover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310896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291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Read-Write Splitting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703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reads to replicas automatically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937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Authentication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349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Token-based auth without passwords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475488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000000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937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🆕 Remote Query Cache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5349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query caching in Valkey — v4.4.0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Query Cache Plugin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step by step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9164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add a SQL hint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1965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/* CACHE_PARAM(ttl=300s) */ SELECT * FROM products 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65176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 intercepts the query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926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hint, extracts TTL, generates cache key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6118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 → returns in &lt;1ms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3886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never touched. Result from Valkey.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4348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457200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MISS → queries database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result, writes to Valkey async in background.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39496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55321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37360" y="5486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identical query → instant hit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737360" y="5806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from Valkey until TTL expires.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Changes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changes. That's it.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Plain JDBC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DataSource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 = "org.postgresql.Driver"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"jdbc:postgresql://..."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Query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products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category = 'Laptops'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With Cache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031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DataSource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 = "software.amazon.jdbc.Driver"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"jdbc:aws-wrapper:postgresql://..."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wrapperPlugins = "remoteQueryCache"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cacheEndpointAddrRw = "mycache:6379"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Query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CACHE_PARAM(ttl=300s) */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products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category = 'Laptops'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5486400"/>
            <a:ext cx="7315200" cy="73152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5532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application logic changes. The agent code doesn't change at all.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Flow — Without Cache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515600" cy="5029200"/>
          </a:xfrm>
          <a:prstGeom prst="roundRect">
            <a:avLst>
              <a:gd name="adj" fmla="val 21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"Find me a gaming laptop under $1000"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Amazon Bedrock Agent (Claude Haiku) — 3,000ms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2331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Reasoning, tool selection, response generation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92608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🔴  search_products(query="gaming laptop under $1000")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173ms → PostgreSQL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411480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🔴  browse_category(category="Laptops")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0" y="4206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60ms → PostgreSQL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JDBC time: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5212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211ms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Flow — With Cache (2nd Request)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515600" cy="5029200"/>
          </a:xfrm>
          <a:prstGeom prst="roundRect">
            <a:avLst>
              <a:gd name="adj" fmla="val 21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"Find me a gaming laptop under $1000"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Amazon Bedrock Agent (Claude Haiku) — 3,000ms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2331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reasoning time (LLM doesn't change)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92608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🟢  search_products(query="gaming laptop under $1000")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4ms → Valkey HIT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411480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🟢  browse_category(category="Laptops")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0" y="4206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6ms → Valkey HIT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JDBC time: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5212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498080" y="5349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(was 211ms — 21x faster)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numbers from the live demo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256032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Without Cache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Cache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browse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10x faster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search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43x faster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tool calls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21x faster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 hit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load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query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only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90%+ reduction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are from this specific live demo configuration (local Valkey + PostgreSQL, warm cache). Actual numbers vary with workload, cache hit rate, data size, and network. Illustrative, not guaranteed.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the plugin — no code required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Write-Back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added latency on cache miss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Expiration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Per-query configurable time-to-live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7824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Pooling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Valkey connection pool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Encryption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cache connections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2004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064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Authentication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ElastiCache IAM support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2004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77824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Monitoring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7824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→ SUSPECT → DEGRADED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75488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937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63040" y="4937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back to DB if cache is down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475488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937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20640" y="4937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Isolation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2064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Prefix-based multi-tenancy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475488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4937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778240" y="4937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Metrics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77824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observability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steps to production-ready caching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9164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JDBC wrapper dependency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1965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aws-advanced-jdbc-wrapper v4.4.0 + valkey-glide + commons-pool2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65176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the JDBC driver and URL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926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software.amazon.jdbc.Driver + jdbc:aws-wrapper:postgresql://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61188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3 properties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3886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wrapperPlugins, cacheEndpointAddrRw, cacheUseSSL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4348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457200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SQL hints to cacheable queries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/* CACHE_PARAM(ttl=300s) */ SELECT ...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39496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55321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37360" y="5486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— done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737360" y="5806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queries are now cached in Valkey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3152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Code Changes.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Complexity.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Results.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32004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JDBC Wrapper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Open-source, transparent, production-ready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32004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ElastiCache for Valkey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managed, sub-millisecond, scalable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32004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Ready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251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 gets faster without knowing 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low-friction path to better database performance for Java applications.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5943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github.com/aws/aws-advanced-jdbc-wrapper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Documentation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2026-10-06T23:21:14Z</dcterms:created>
  <dcterms:modified xsi:type="dcterms:W3CDTF">2026-10-06T23:21:14Z</dcterms:modified>
</cp:coreProperties>
</file>